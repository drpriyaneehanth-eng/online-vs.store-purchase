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82" r:id="rId4"/>
    <p:sldId id="298" r:id="rId5"/>
    <p:sldId id="278" r:id="rId6"/>
    <p:sldId id="281" r:id="rId7"/>
    <p:sldId id="279" r:id="rId8"/>
    <p:sldId id="291" r:id="rId9"/>
    <p:sldId id="262" r:id="rId10"/>
    <p:sldId id="264" r:id="rId11"/>
    <p:sldId id="277" r:id="rId12"/>
    <p:sldId id="290" r:id="rId13"/>
    <p:sldId id="292" r:id="rId14"/>
    <p:sldId id="293" r:id="rId15"/>
    <p:sldId id="294" r:id="rId16"/>
    <p:sldId id="295" r:id="rId17"/>
    <p:sldId id="296" r:id="rId18"/>
    <p:sldId id="286" r:id="rId19"/>
    <p:sldId id="287"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F0F93D-3E72-4303-9B10-B09BD03F7F3B}" v="25" dt="2026-10-18T04:37:30.173"/>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JJADA HARI" userId="99e6cb1d36d20768" providerId="LiveId" clId="{888E6152-5327-4738-84D8-4E7E280370C9}"/>
    <pc:docChg chg="undo custSel addSld delSld modSld sldOrd addSection delSection modSection">
      <pc:chgData name="MOJJADA HARI" userId="99e6cb1d36d20768" providerId="LiveId" clId="{888E6152-5327-4738-84D8-4E7E280370C9}" dt="2026-10-18T04:38:04.715" v="365" actId="20577"/>
      <pc:docMkLst>
        <pc:docMk/>
      </pc:docMkLst>
      <pc:sldChg chg="modSp mod">
        <pc:chgData name="MOJJADA HARI" userId="99e6cb1d36d20768" providerId="LiveId" clId="{888E6152-5327-4738-84D8-4E7E280370C9}" dt="2026-10-17T08:56:33.413" v="68" actId="20577"/>
        <pc:sldMkLst>
          <pc:docMk/>
          <pc:sldMk cId="0" sldId="257"/>
        </pc:sldMkLst>
        <pc:spChg chg="mod">
          <ac:chgData name="MOJJADA HARI" userId="99e6cb1d36d20768" providerId="LiveId" clId="{888E6152-5327-4738-84D8-4E7E280370C9}" dt="2026-10-17T08:56:33.413" v="68" actId="20577"/>
          <ac:spMkLst>
            <pc:docMk/>
            <pc:sldMk cId="0" sldId="257"/>
            <ac:spMk id="4" creationId="{A828B9EF-C084-F5D4-CA27-75AF7D995640}"/>
          </ac:spMkLst>
        </pc:spChg>
        <pc:spChg chg="mod">
          <ac:chgData name="MOJJADA HARI" userId="99e6cb1d36d20768" providerId="LiveId" clId="{888E6152-5327-4738-84D8-4E7E280370C9}" dt="2026-10-17T08:56:20.444" v="14" actId="20577"/>
          <ac:spMkLst>
            <pc:docMk/>
            <pc:sldMk cId="0" sldId="257"/>
            <ac:spMk id="7" creationId="{3D723CA3-EC2D-165A-F109-3759C4E9C8A4}"/>
          </ac:spMkLst>
        </pc:spChg>
      </pc:sldChg>
      <pc:sldChg chg="addSp delSp modSp mod">
        <pc:chgData name="MOJJADA HARI" userId="99e6cb1d36d20768" providerId="LiveId" clId="{888E6152-5327-4738-84D8-4E7E280370C9}" dt="2026-10-17T11:19:18.951" v="170" actId="14100"/>
        <pc:sldMkLst>
          <pc:docMk/>
          <pc:sldMk cId="0" sldId="262"/>
        </pc:sldMkLst>
        <pc:picChg chg="del">
          <ac:chgData name="MOJJADA HARI" userId="99e6cb1d36d20768" providerId="LiveId" clId="{888E6152-5327-4738-84D8-4E7E280370C9}" dt="2026-10-17T11:18:57.435" v="168" actId="21"/>
          <ac:picMkLst>
            <pc:docMk/>
            <pc:sldMk cId="0" sldId="262"/>
            <ac:picMk id="3" creationId="{81932CE2-F219-0CA8-0102-55B8C682B8A2}"/>
          </ac:picMkLst>
        </pc:picChg>
        <pc:picChg chg="add mod">
          <ac:chgData name="MOJJADA HARI" userId="99e6cb1d36d20768" providerId="LiveId" clId="{888E6152-5327-4738-84D8-4E7E280370C9}" dt="2026-10-17T11:19:18.951" v="170" actId="14100"/>
          <ac:picMkLst>
            <pc:docMk/>
            <pc:sldMk cId="0" sldId="262"/>
            <ac:picMk id="5" creationId="{AF2F8F68-2846-7467-7E09-3B367CBCDB39}"/>
          </ac:picMkLst>
        </pc:picChg>
      </pc:sldChg>
      <pc:sldChg chg="modSp">
        <pc:chgData name="MOJJADA HARI" userId="99e6cb1d36d20768" providerId="LiveId" clId="{888E6152-5327-4738-84D8-4E7E280370C9}" dt="2026-10-17T11:20:57.594" v="171"/>
        <pc:sldMkLst>
          <pc:docMk/>
          <pc:sldMk cId="0" sldId="264"/>
        </pc:sldMkLst>
        <pc:spChg chg="mod">
          <ac:chgData name="MOJJADA HARI" userId="99e6cb1d36d20768" providerId="LiveId" clId="{888E6152-5327-4738-84D8-4E7E280370C9}" dt="2026-10-17T11:20:57.594" v="171"/>
          <ac:spMkLst>
            <pc:docMk/>
            <pc:sldMk cId="0" sldId="264"/>
            <ac:spMk id="3" creationId="{322462E8-EB3A-DA7D-44CB-4E757803A755}"/>
          </ac:spMkLst>
        </pc:spChg>
      </pc:sldChg>
      <pc:sldChg chg="del">
        <pc:chgData name="MOJJADA HARI" userId="99e6cb1d36d20768" providerId="LiveId" clId="{888E6152-5327-4738-84D8-4E7E280370C9}" dt="2026-10-18T04:07:34.895" v="249" actId="18676"/>
        <pc:sldMkLst>
          <pc:docMk/>
          <pc:sldMk cId="0" sldId="276"/>
        </pc:sldMkLst>
      </pc:sldChg>
      <pc:sldChg chg="addSp delSp modSp mod">
        <pc:chgData name="MOJJADA HARI" userId="99e6cb1d36d20768" providerId="LiveId" clId="{888E6152-5327-4738-84D8-4E7E280370C9}" dt="2026-10-17T11:26:13.443" v="180" actId="931"/>
        <pc:sldMkLst>
          <pc:docMk/>
          <pc:sldMk cId="2115484872" sldId="277"/>
        </pc:sldMkLst>
        <pc:spChg chg="del">
          <ac:chgData name="MOJJADA HARI" userId="99e6cb1d36d20768" providerId="LiveId" clId="{888E6152-5327-4738-84D8-4E7E280370C9}" dt="2026-10-17T11:25:58.311" v="179" actId="478"/>
          <ac:spMkLst>
            <pc:docMk/>
            <pc:sldMk cId="2115484872" sldId="277"/>
            <ac:spMk id="5" creationId="{1BD576A0-BF64-32B6-1E59-49AA2C59C5CE}"/>
          </ac:spMkLst>
        </pc:spChg>
        <pc:spChg chg="del mod">
          <ac:chgData name="MOJJADA HARI" userId="99e6cb1d36d20768" providerId="LiveId" clId="{888E6152-5327-4738-84D8-4E7E280370C9}" dt="2026-10-17T11:25:50.798" v="176" actId="478"/>
          <ac:spMkLst>
            <pc:docMk/>
            <pc:sldMk cId="2115484872" sldId="277"/>
            <ac:spMk id="14" creationId="{7B8E599E-5B1D-59CD-4F1D-CEF8D0CA327B}"/>
          </ac:spMkLst>
        </pc:spChg>
        <pc:spChg chg="del mod">
          <ac:chgData name="MOJJADA HARI" userId="99e6cb1d36d20768" providerId="LiveId" clId="{888E6152-5327-4738-84D8-4E7E280370C9}" dt="2026-10-17T11:25:54.146" v="178" actId="478"/>
          <ac:spMkLst>
            <pc:docMk/>
            <pc:sldMk cId="2115484872" sldId="277"/>
            <ac:spMk id="15" creationId="{B22EA981-5113-2D05-C1A2-169306E1D47C}"/>
          </ac:spMkLst>
        </pc:spChg>
        <pc:picChg chg="add mod">
          <ac:chgData name="MOJJADA HARI" userId="99e6cb1d36d20768" providerId="LiveId" clId="{888E6152-5327-4738-84D8-4E7E280370C9}" dt="2026-10-17T11:26:13.443" v="180" actId="931"/>
          <ac:picMkLst>
            <pc:docMk/>
            <pc:sldMk cId="2115484872" sldId="277"/>
            <ac:picMk id="3" creationId="{1A4271E2-4BD9-EBCE-757A-33C3ADF0EB6F}"/>
          </ac:picMkLst>
        </pc:picChg>
        <pc:picChg chg="del">
          <ac:chgData name="MOJJADA HARI" userId="99e6cb1d36d20768" providerId="LiveId" clId="{888E6152-5327-4738-84D8-4E7E280370C9}" dt="2026-10-17T11:25:45.830" v="173" actId="478"/>
          <ac:picMkLst>
            <pc:docMk/>
            <pc:sldMk cId="2115484872" sldId="277"/>
            <ac:picMk id="12" creationId="{3E29AF1D-88C4-87E5-74DF-4E97121E06CE}"/>
          </ac:picMkLst>
        </pc:picChg>
        <pc:picChg chg="del mod">
          <ac:chgData name="MOJJADA HARI" userId="99e6cb1d36d20768" providerId="LiveId" clId="{888E6152-5327-4738-84D8-4E7E280370C9}" dt="2026-10-17T11:25:46.901" v="174" actId="478"/>
          <ac:picMkLst>
            <pc:docMk/>
            <pc:sldMk cId="2115484872" sldId="277"/>
            <ac:picMk id="13" creationId="{C81444F5-0692-DD67-1759-70821E53B029}"/>
          </ac:picMkLst>
        </pc:picChg>
      </pc:sldChg>
      <pc:sldChg chg="addSp delSp modSp mod">
        <pc:chgData name="MOJJADA HARI" userId="99e6cb1d36d20768" providerId="LiveId" clId="{888E6152-5327-4738-84D8-4E7E280370C9}" dt="2026-10-17T11:09:04.434" v="154" actId="1076"/>
        <pc:sldMkLst>
          <pc:docMk/>
          <pc:sldMk cId="3764405840" sldId="278"/>
        </pc:sldMkLst>
        <pc:spChg chg="del mod">
          <ac:chgData name="MOJJADA HARI" userId="99e6cb1d36d20768" providerId="LiveId" clId="{888E6152-5327-4738-84D8-4E7E280370C9}" dt="2026-10-17T09:27:13.370" v="140"/>
          <ac:spMkLst>
            <pc:docMk/>
            <pc:sldMk cId="3764405840" sldId="278"/>
            <ac:spMk id="3" creationId="{4A7608B5-9906-EFCF-959A-E89FC2E3EE19}"/>
          </ac:spMkLst>
        </pc:spChg>
        <pc:spChg chg="add mod">
          <ac:chgData name="MOJJADA HARI" userId="99e6cb1d36d20768" providerId="LiveId" clId="{888E6152-5327-4738-84D8-4E7E280370C9}" dt="2026-10-17T11:09:04.434" v="154" actId="1076"/>
          <ac:spMkLst>
            <pc:docMk/>
            <pc:sldMk cId="3764405840" sldId="278"/>
            <ac:spMk id="4" creationId="{4250803E-7B5C-4422-3023-610EBB5E680D}"/>
          </ac:spMkLst>
        </pc:spChg>
      </pc:sldChg>
      <pc:sldChg chg="addSp delSp modSp mod">
        <pc:chgData name="MOJJADA HARI" userId="99e6cb1d36d20768" providerId="LiveId" clId="{888E6152-5327-4738-84D8-4E7E280370C9}" dt="2026-10-17T11:13:15.444" v="159" actId="14100"/>
        <pc:sldMkLst>
          <pc:docMk/>
          <pc:sldMk cId="2772501912" sldId="279"/>
        </pc:sldMkLst>
        <pc:picChg chg="add mod">
          <ac:chgData name="MOJJADA HARI" userId="99e6cb1d36d20768" providerId="LiveId" clId="{888E6152-5327-4738-84D8-4E7E280370C9}" dt="2026-10-17T11:13:15.444" v="159" actId="14100"/>
          <ac:picMkLst>
            <pc:docMk/>
            <pc:sldMk cId="2772501912" sldId="279"/>
            <ac:picMk id="4" creationId="{B344CD04-8553-A125-2714-ACE888DED8DF}"/>
          </ac:picMkLst>
        </pc:picChg>
        <pc:picChg chg="del">
          <ac:chgData name="MOJJADA HARI" userId="99e6cb1d36d20768" providerId="LiveId" clId="{888E6152-5327-4738-84D8-4E7E280370C9}" dt="2026-10-17T11:12:12.512" v="155" actId="478"/>
          <ac:picMkLst>
            <pc:docMk/>
            <pc:sldMk cId="2772501912" sldId="279"/>
            <ac:picMk id="5" creationId="{5DC7512A-0AA7-CC22-D1D2-C738BF12660E}"/>
          </ac:picMkLst>
        </pc:picChg>
      </pc:sldChg>
      <pc:sldChg chg="addSp delSp modSp del mod ord">
        <pc:chgData name="MOJJADA HARI" userId="99e6cb1d36d20768" providerId="LiveId" clId="{888E6152-5327-4738-84D8-4E7E280370C9}" dt="2026-10-18T04:07:34.895" v="249" actId="18676"/>
        <pc:sldMkLst>
          <pc:docMk/>
          <pc:sldMk cId="2136706720" sldId="280"/>
        </pc:sldMkLst>
        <pc:spChg chg="add del mod">
          <ac:chgData name="MOJJADA HARI" userId="99e6cb1d36d20768" providerId="LiveId" clId="{888E6152-5327-4738-84D8-4E7E280370C9}" dt="2026-10-17T11:44:13.960" v="213" actId="22"/>
          <ac:spMkLst>
            <pc:docMk/>
            <pc:sldMk cId="2136706720" sldId="280"/>
            <ac:spMk id="3" creationId="{4EF5732C-2083-84D0-BA62-ED849D05BE58}"/>
          </ac:spMkLst>
        </pc:spChg>
        <pc:spChg chg="mod">
          <ac:chgData name="MOJJADA HARI" userId="99e6cb1d36d20768" providerId="LiveId" clId="{888E6152-5327-4738-84D8-4E7E280370C9}" dt="2026-10-17T11:44:45.437" v="217"/>
          <ac:spMkLst>
            <pc:docMk/>
            <pc:sldMk cId="2136706720" sldId="280"/>
            <ac:spMk id="278" creationId="{0668C6FD-577A-7288-5642-1AFC22BD04F2}"/>
          </ac:spMkLst>
        </pc:spChg>
        <pc:spChg chg="mod">
          <ac:chgData name="MOJJADA HARI" userId="99e6cb1d36d20768" providerId="LiveId" clId="{888E6152-5327-4738-84D8-4E7E280370C9}" dt="2026-10-17T11:40:30.977" v="204" actId="20577"/>
          <ac:spMkLst>
            <pc:docMk/>
            <pc:sldMk cId="2136706720" sldId="280"/>
            <ac:spMk id="279" creationId="{EAFA16CB-0A72-5AC5-69A0-ABF4A752B43F}"/>
          </ac:spMkLst>
        </pc:spChg>
      </pc:sldChg>
      <pc:sldChg chg="addSp delSp modSp mod">
        <pc:chgData name="MOJJADA HARI" userId="99e6cb1d36d20768" providerId="LiveId" clId="{888E6152-5327-4738-84D8-4E7E280370C9}" dt="2026-10-17T08:58:57.906" v="71" actId="14100"/>
        <pc:sldMkLst>
          <pc:docMk/>
          <pc:sldMk cId="328526394" sldId="281"/>
        </pc:sldMkLst>
        <pc:spChg chg="del">
          <ac:chgData name="MOJJADA HARI" userId="99e6cb1d36d20768" providerId="LiveId" clId="{888E6152-5327-4738-84D8-4E7E280370C9}" dt="2026-10-17T08:53:32.655" v="0" actId="21"/>
          <ac:spMkLst>
            <pc:docMk/>
            <pc:sldMk cId="328526394" sldId="281"/>
            <ac:spMk id="2" creationId="{9BB86949-7ED1-C43B-B1E3-5122BB67A596}"/>
          </ac:spMkLst>
        </pc:spChg>
        <pc:picChg chg="add mod">
          <ac:chgData name="MOJJADA HARI" userId="99e6cb1d36d20768" providerId="LiveId" clId="{888E6152-5327-4738-84D8-4E7E280370C9}" dt="2026-10-17T08:54:32.282" v="6" actId="14100"/>
          <ac:picMkLst>
            <pc:docMk/>
            <pc:sldMk cId="328526394" sldId="281"/>
            <ac:picMk id="4" creationId="{85216182-CF35-6265-44FC-C8ABA659FECF}"/>
          </ac:picMkLst>
        </pc:picChg>
        <pc:picChg chg="del">
          <ac:chgData name="MOJJADA HARI" userId="99e6cb1d36d20768" providerId="LiveId" clId="{888E6152-5327-4738-84D8-4E7E280370C9}" dt="2026-10-17T08:58:40.440" v="69" actId="21"/>
          <ac:picMkLst>
            <pc:docMk/>
            <pc:sldMk cId="328526394" sldId="281"/>
            <ac:picMk id="5" creationId="{61F38907-89DE-28F7-316F-44E7DAB9309E}"/>
          </ac:picMkLst>
        </pc:picChg>
        <pc:picChg chg="add mod">
          <ac:chgData name="MOJJADA HARI" userId="99e6cb1d36d20768" providerId="LiveId" clId="{888E6152-5327-4738-84D8-4E7E280370C9}" dt="2026-10-17T08:58:57.906" v="71" actId="14100"/>
          <ac:picMkLst>
            <pc:docMk/>
            <pc:sldMk cId="328526394" sldId="281"/>
            <ac:picMk id="7" creationId="{C4A6A001-A9E2-CB89-488F-6E872D8EAC5B}"/>
          </ac:picMkLst>
        </pc:picChg>
      </pc:sldChg>
      <pc:sldChg chg="modSp mod">
        <pc:chgData name="MOJJADA HARI" userId="99e6cb1d36d20768" providerId="LiveId" clId="{888E6152-5327-4738-84D8-4E7E280370C9}" dt="2026-10-17T09:09:33.449" v="118"/>
        <pc:sldMkLst>
          <pc:docMk/>
          <pc:sldMk cId="2952584201" sldId="282"/>
        </pc:sldMkLst>
        <pc:spChg chg="mod">
          <ac:chgData name="MOJJADA HARI" userId="99e6cb1d36d20768" providerId="LiveId" clId="{888E6152-5327-4738-84D8-4E7E280370C9}" dt="2026-10-17T09:09:03.508" v="115" actId="20577"/>
          <ac:spMkLst>
            <pc:docMk/>
            <pc:sldMk cId="2952584201" sldId="282"/>
            <ac:spMk id="2" creationId="{C6F6745E-14BA-0766-CE1E-32E29663832D}"/>
          </ac:spMkLst>
        </pc:spChg>
        <pc:spChg chg="mod">
          <ac:chgData name="MOJJADA HARI" userId="99e6cb1d36d20768" providerId="LiveId" clId="{888E6152-5327-4738-84D8-4E7E280370C9}" dt="2026-10-17T09:09:33.449" v="118"/>
          <ac:spMkLst>
            <pc:docMk/>
            <pc:sldMk cId="2952584201" sldId="282"/>
            <ac:spMk id="3" creationId="{3847FA31-EA47-D27A-9D69-AF50A3080AEC}"/>
          </ac:spMkLst>
        </pc:spChg>
      </pc:sldChg>
      <pc:sldChg chg="addSp delSp modSp del mod">
        <pc:chgData name="MOJJADA HARI" userId="99e6cb1d36d20768" providerId="LiveId" clId="{888E6152-5327-4738-84D8-4E7E280370C9}" dt="2026-10-18T04:37:17.808" v="340" actId="47"/>
        <pc:sldMkLst>
          <pc:docMk/>
          <pc:sldMk cId="2290294991" sldId="285"/>
        </pc:sldMkLst>
        <pc:spChg chg="del mod">
          <ac:chgData name="MOJJADA HARI" userId="99e6cb1d36d20768" providerId="LiveId" clId="{888E6152-5327-4738-84D8-4E7E280370C9}" dt="2026-10-17T09:10:47.712" v="120" actId="21"/>
          <ac:spMkLst>
            <pc:docMk/>
            <pc:sldMk cId="2290294991" sldId="285"/>
            <ac:spMk id="2" creationId="{4A1BF701-ABCA-4DF0-8330-B6AF71EF8E39}"/>
          </ac:spMkLst>
        </pc:spChg>
        <pc:spChg chg="mod">
          <ac:chgData name="MOJJADA HARI" userId="99e6cb1d36d20768" providerId="LiveId" clId="{888E6152-5327-4738-84D8-4E7E280370C9}" dt="2026-10-18T04:36:35.290" v="336" actId="1076"/>
          <ac:spMkLst>
            <pc:docMk/>
            <pc:sldMk cId="2290294991" sldId="285"/>
            <ac:spMk id="3" creationId="{527F30CC-07EF-8FCC-DA00-C9212F5DAECE}"/>
          </ac:spMkLst>
        </pc:spChg>
        <pc:spChg chg="add del mod">
          <ac:chgData name="MOJJADA HARI" userId="99e6cb1d36d20768" providerId="LiveId" clId="{888E6152-5327-4738-84D8-4E7E280370C9}" dt="2026-10-17T09:12:24.453" v="129" actId="22"/>
          <ac:spMkLst>
            <pc:docMk/>
            <pc:sldMk cId="2290294991" sldId="285"/>
            <ac:spMk id="7" creationId="{D9DA5374-6FB5-2274-ECF0-41E891BA3456}"/>
          </ac:spMkLst>
        </pc:spChg>
        <pc:picChg chg="add del mod">
          <ac:chgData name="MOJJADA HARI" userId="99e6cb1d36d20768" providerId="LiveId" clId="{888E6152-5327-4738-84D8-4E7E280370C9}" dt="2026-10-17T09:11:06.269" v="124" actId="21"/>
          <ac:picMkLst>
            <pc:docMk/>
            <pc:sldMk cId="2290294991" sldId="285"/>
            <ac:picMk id="5" creationId="{E7135CCB-4E08-33D6-514A-671CECF57FC8}"/>
          </ac:picMkLst>
        </pc:picChg>
        <pc:picChg chg="add del mod">
          <ac:chgData name="MOJJADA HARI" userId="99e6cb1d36d20768" providerId="LiveId" clId="{888E6152-5327-4738-84D8-4E7E280370C9}" dt="2026-10-17T11:14:37.653" v="167" actId="21"/>
          <ac:picMkLst>
            <pc:docMk/>
            <pc:sldMk cId="2290294991" sldId="285"/>
            <ac:picMk id="9" creationId="{1E4C691D-9B94-3988-5363-15EC7B65CC8F}"/>
          </ac:picMkLst>
        </pc:picChg>
      </pc:sldChg>
      <pc:sldChg chg="modSp">
        <pc:chgData name="MOJJADA HARI" userId="99e6cb1d36d20768" providerId="LiveId" clId="{888E6152-5327-4738-84D8-4E7E280370C9}" dt="2026-10-17T11:42:14.513" v="205"/>
        <pc:sldMkLst>
          <pc:docMk/>
          <pc:sldMk cId="917964102" sldId="286"/>
        </pc:sldMkLst>
        <pc:spChg chg="mod">
          <ac:chgData name="MOJJADA HARI" userId="99e6cb1d36d20768" providerId="LiveId" clId="{888E6152-5327-4738-84D8-4E7E280370C9}" dt="2026-10-17T11:42:14.513" v="205"/>
          <ac:spMkLst>
            <pc:docMk/>
            <pc:sldMk cId="917964102" sldId="286"/>
            <ac:spMk id="3" creationId="{ED65F54F-855A-0DB6-09A6-3212C5F7405B}"/>
          </ac:spMkLst>
        </pc:spChg>
      </pc:sldChg>
      <pc:sldChg chg="modSp mod">
        <pc:chgData name="MOJJADA HARI" userId="99e6cb1d36d20768" providerId="LiveId" clId="{888E6152-5327-4738-84D8-4E7E280370C9}" dt="2026-10-18T04:38:04.715" v="365" actId="20577"/>
        <pc:sldMkLst>
          <pc:docMk/>
          <pc:sldMk cId="2605851928" sldId="287"/>
        </pc:sldMkLst>
        <pc:spChg chg="mod">
          <ac:chgData name="MOJJADA HARI" userId="99e6cb1d36d20768" providerId="LiveId" clId="{888E6152-5327-4738-84D8-4E7E280370C9}" dt="2026-10-18T04:38:04.715" v="365" actId="20577"/>
          <ac:spMkLst>
            <pc:docMk/>
            <pc:sldMk cId="2605851928" sldId="287"/>
            <ac:spMk id="279" creationId="{3711AF54-94A6-B837-31EF-9A8C4ECB9AF6}"/>
          </ac:spMkLst>
        </pc:spChg>
      </pc:sldChg>
      <pc:sldChg chg="addSp delSp modSp del mod">
        <pc:chgData name="MOJJADA HARI" userId="99e6cb1d36d20768" providerId="LiveId" clId="{888E6152-5327-4738-84D8-4E7E280370C9}" dt="2026-10-18T04:07:34.895" v="249" actId="18676"/>
        <pc:sldMkLst>
          <pc:docMk/>
          <pc:sldMk cId="1229047658" sldId="288"/>
        </pc:sldMkLst>
        <pc:picChg chg="del">
          <ac:chgData name="MOJJADA HARI" userId="99e6cb1d36d20768" providerId="LiveId" clId="{888E6152-5327-4738-84D8-4E7E280370C9}" dt="2026-10-17T08:59:58.064" v="72" actId="21"/>
          <ac:picMkLst>
            <pc:docMk/>
            <pc:sldMk cId="1229047658" sldId="288"/>
            <ac:picMk id="4" creationId="{AD88C341-1F2F-9B6F-593F-2917E7E23DCB}"/>
          </ac:picMkLst>
        </pc:picChg>
        <pc:picChg chg="add mod">
          <ac:chgData name="MOJJADA HARI" userId="99e6cb1d36d20768" providerId="LiveId" clId="{888E6152-5327-4738-84D8-4E7E280370C9}" dt="2026-10-17T09:01:12.497" v="77" actId="14100"/>
          <ac:picMkLst>
            <pc:docMk/>
            <pc:sldMk cId="1229047658" sldId="288"/>
            <ac:picMk id="5" creationId="{F0779E02-E6D3-8EFC-905A-851E49703E03}"/>
          </ac:picMkLst>
        </pc:picChg>
      </pc:sldChg>
      <pc:sldChg chg="addSp delSp modSp del mod">
        <pc:chgData name="MOJJADA HARI" userId="99e6cb1d36d20768" providerId="LiveId" clId="{888E6152-5327-4738-84D8-4E7E280370C9}" dt="2026-10-18T04:07:34.895" v="249" actId="18676"/>
        <pc:sldMkLst>
          <pc:docMk/>
          <pc:sldMk cId="2506610743" sldId="289"/>
        </pc:sldMkLst>
        <pc:picChg chg="add mod">
          <ac:chgData name="MOJJADA HARI" userId="99e6cb1d36d20768" providerId="LiveId" clId="{888E6152-5327-4738-84D8-4E7E280370C9}" dt="2026-10-17T09:02:11.697" v="82" actId="14100"/>
          <ac:picMkLst>
            <pc:docMk/>
            <pc:sldMk cId="2506610743" sldId="289"/>
            <ac:picMk id="3" creationId="{05E7BBB7-10D9-D505-CE79-84573F2E259D}"/>
          </ac:picMkLst>
        </pc:picChg>
        <pc:picChg chg="del">
          <ac:chgData name="MOJJADA HARI" userId="99e6cb1d36d20768" providerId="LiveId" clId="{888E6152-5327-4738-84D8-4E7E280370C9}" dt="2026-10-17T09:01:19.665" v="78" actId="21"/>
          <ac:picMkLst>
            <pc:docMk/>
            <pc:sldMk cId="2506610743" sldId="289"/>
            <ac:picMk id="4" creationId="{099C3698-991D-7A38-C456-893C84C23FC9}"/>
          </ac:picMkLst>
        </pc:picChg>
      </pc:sldChg>
      <pc:sldChg chg="addSp delSp modSp mod">
        <pc:chgData name="MOJJADA HARI" userId="99e6cb1d36d20768" providerId="LiveId" clId="{888E6152-5327-4738-84D8-4E7E280370C9}" dt="2026-10-17T11:37:48.799" v="184" actId="931"/>
        <pc:sldMkLst>
          <pc:docMk/>
          <pc:sldMk cId="1429961814" sldId="290"/>
        </pc:sldMkLst>
        <pc:spChg chg="del mod">
          <ac:chgData name="MOJJADA HARI" userId="99e6cb1d36d20768" providerId="LiveId" clId="{888E6152-5327-4738-84D8-4E7E280370C9}" dt="2026-10-17T11:37:33.526" v="183" actId="21"/>
          <ac:spMkLst>
            <pc:docMk/>
            <pc:sldMk cId="1429961814" sldId="290"/>
            <ac:spMk id="2" creationId="{CCA977A3-5FA0-8FF5-E1D1-86C9ED676512}"/>
          </ac:spMkLst>
        </pc:spChg>
        <pc:picChg chg="del">
          <ac:chgData name="MOJJADA HARI" userId="99e6cb1d36d20768" providerId="LiveId" clId="{888E6152-5327-4738-84D8-4E7E280370C9}" dt="2026-10-17T11:37:26.345" v="181" actId="478"/>
          <ac:picMkLst>
            <pc:docMk/>
            <pc:sldMk cId="1429961814" sldId="290"/>
            <ac:picMk id="4" creationId="{E430EE8C-8F89-5938-483F-00452050511A}"/>
          </ac:picMkLst>
        </pc:picChg>
        <pc:picChg chg="add mod">
          <ac:chgData name="MOJJADA HARI" userId="99e6cb1d36d20768" providerId="LiveId" clId="{888E6152-5327-4738-84D8-4E7E280370C9}" dt="2026-10-17T11:37:48.799" v="184" actId="931"/>
          <ac:picMkLst>
            <pc:docMk/>
            <pc:sldMk cId="1429961814" sldId="290"/>
            <ac:picMk id="5" creationId="{EA533AD7-4502-435F-F9B6-85FEAC86256B}"/>
          </ac:picMkLst>
        </pc:picChg>
      </pc:sldChg>
      <pc:sldChg chg="addSp delSp modSp mod">
        <pc:chgData name="MOJJADA HARI" userId="99e6cb1d36d20768" providerId="LiveId" clId="{888E6152-5327-4738-84D8-4E7E280370C9}" dt="2026-10-17T11:14:12.603" v="165" actId="14100"/>
        <pc:sldMkLst>
          <pc:docMk/>
          <pc:sldMk cId="232371894" sldId="291"/>
        </pc:sldMkLst>
        <pc:picChg chg="add mod">
          <ac:chgData name="MOJJADA HARI" userId="99e6cb1d36d20768" providerId="LiveId" clId="{888E6152-5327-4738-84D8-4E7E280370C9}" dt="2026-10-17T11:14:12.603" v="165" actId="14100"/>
          <ac:picMkLst>
            <pc:docMk/>
            <pc:sldMk cId="232371894" sldId="291"/>
            <ac:picMk id="3" creationId="{0A4DD00F-0C20-3659-9D20-78D950FFFEBA}"/>
          </ac:picMkLst>
        </pc:picChg>
        <pc:picChg chg="del">
          <ac:chgData name="MOJJADA HARI" userId="99e6cb1d36d20768" providerId="LiveId" clId="{888E6152-5327-4738-84D8-4E7E280370C9}" dt="2026-10-17T11:13:28.657" v="160" actId="21"/>
          <ac:picMkLst>
            <pc:docMk/>
            <pc:sldMk cId="232371894" sldId="291"/>
            <ac:picMk id="5" creationId="{433A290A-6680-D490-E6D4-9336496B1C34}"/>
          </ac:picMkLst>
        </pc:picChg>
      </pc:sldChg>
      <pc:sldChg chg="addSp delSp modSp mod">
        <pc:chgData name="MOJJADA HARI" userId="99e6cb1d36d20768" providerId="LiveId" clId="{888E6152-5327-4738-84D8-4E7E280370C9}" dt="2026-10-17T11:38:17.940" v="191" actId="14100"/>
        <pc:sldMkLst>
          <pc:docMk/>
          <pc:sldMk cId="3585092305" sldId="292"/>
        </pc:sldMkLst>
        <pc:spChg chg="del mod">
          <ac:chgData name="MOJJADA HARI" userId="99e6cb1d36d20768" providerId="LiveId" clId="{888E6152-5327-4738-84D8-4E7E280370C9}" dt="2026-10-17T11:37:57.265" v="187" actId="21"/>
          <ac:spMkLst>
            <pc:docMk/>
            <pc:sldMk cId="3585092305" sldId="292"/>
            <ac:spMk id="2" creationId="{9692D13D-6B69-03D8-BA22-587B943A2572}"/>
          </ac:spMkLst>
        </pc:spChg>
        <pc:picChg chg="add mod">
          <ac:chgData name="MOJJADA HARI" userId="99e6cb1d36d20768" providerId="LiveId" clId="{888E6152-5327-4738-84D8-4E7E280370C9}" dt="2026-10-17T11:38:17.940" v="191" actId="14100"/>
          <ac:picMkLst>
            <pc:docMk/>
            <pc:sldMk cId="3585092305" sldId="292"/>
            <ac:picMk id="4" creationId="{06D18C53-4540-FA55-3F14-F51B0C0B61CE}"/>
          </ac:picMkLst>
        </pc:picChg>
        <pc:picChg chg="del">
          <ac:chgData name="MOJJADA HARI" userId="99e6cb1d36d20768" providerId="LiveId" clId="{888E6152-5327-4738-84D8-4E7E280370C9}" dt="2026-10-17T11:37:53.512" v="185" actId="21"/>
          <ac:picMkLst>
            <pc:docMk/>
            <pc:sldMk cId="3585092305" sldId="292"/>
            <ac:picMk id="5" creationId="{146B9DE6-C4BB-B81B-528A-B8789445C3FE}"/>
          </ac:picMkLst>
        </pc:picChg>
      </pc:sldChg>
      <pc:sldChg chg="addSp delSp modSp mod">
        <pc:chgData name="MOJJADA HARI" userId="99e6cb1d36d20768" providerId="LiveId" clId="{888E6152-5327-4738-84D8-4E7E280370C9}" dt="2026-10-17T11:38:36.276" v="194" actId="931"/>
        <pc:sldMkLst>
          <pc:docMk/>
          <pc:sldMk cId="2601907186" sldId="293"/>
        </pc:sldMkLst>
        <pc:spChg chg="del">
          <ac:chgData name="MOJJADA HARI" userId="99e6cb1d36d20768" providerId="LiveId" clId="{888E6152-5327-4738-84D8-4E7E280370C9}" dt="2026-10-17T11:38:26.376" v="193" actId="21"/>
          <ac:spMkLst>
            <pc:docMk/>
            <pc:sldMk cId="2601907186" sldId="293"/>
            <ac:spMk id="2" creationId="{EB55001C-8880-8B09-8704-29D3F62E7A03}"/>
          </ac:spMkLst>
        </pc:spChg>
        <pc:picChg chg="del">
          <ac:chgData name="MOJJADA HARI" userId="99e6cb1d36d20768" providerId="LiveId" clId="{888E6152-5327-4738-84D8-4E7E280370C9}" dt="2026-10-17T11:38:22.711" v="192" actId="21"/>
          <ac:picMkLst>
            <pc:docMk/>
            <pc:sldMk cId="2601907186" sldId="293"/>
            <ac:picMk id="4" creationId="{BA6C1B5E-405A-0E58-2397-353A88D82B9B}"/>
          </ac:picMkLst>
        </pc:picChg>
        <pc:picChg chg="add mod">
          <ac:chgData name="MOJJADA HARI" userId="99e6cb1d36d20768" providerId="LiveId" clId="{888E6152-5327-4738-84D8-4E7E280370C9}" dt="2026-10-17T11:38:36.276" v="194" actId="931"/>
          <ac:picMkLst>
            <pc:docMk/>
            <pc:sldMk cId="2601907186" sldId="293"/>
            <ac:picMk id="5" creationId="{3C6324F1-B367-02DE-4305-05DEAB56DE13}"/>
          </ac:picMkLst>
        </pc:picChg>
      </pc:sldChg>
      <pc:sldChg chg="addSp delSp modSp new mod">
        <pc:chgData name="MOJJADA HARI" userId="99e6cb1d36d20768" providerId="LiveId" clId="{888E6152-5327-4738-84D8-4E7E280370C9}" dt="2026-10-17T11:39:09.752" v="202" actId="14100"/>
        <pc:sldMkLst>
          <pc:docMk/>
          <pc:sldMk cId="26550948" sldId="294"/>
        </pc:sldMkLst>
        <pc:spChg chg="del">
          <ac:chgData name="MOJJADA HARI" userId="99e6cb1d36d20768" providerId="LiveId" clId="{888E6152-5327-4738-84D8-4E7E280370C9}" dt="2026-10-17T11:38:54.406" v="197" actId="21"/>
          <ac:spMkLst>
            <pc:docMk/>
            <pc:sldMk cId="26550948" sldId="294"/>
            <ac:spMk id="2" creationId="{0A1B1EC0-46FF-D3D6-DE98-994824444F79}"/>
          </ac:spMkLst>
        </pc:spChg>
        <pc:spChg chg="del">
          <ac:chgData name="MOJJADA HARI" userId="99e6cb1d36d20768" providerId="LiveId" clId="{888E6152-5327-4738-84D8-4E7E280370C9}" dt="2026-10-17T11:38:51.844" v="196" actId="21"/>
          <ac:spMkLst>
            <pc:docMk/>
            <pc:sldMk cId="26550948" sldId="294"/>
            <ac:spMk id="3" creationId="{1643E48C-2187-EC39-B840-1B616A08634F}"/>
          </ac:spMkLst>
        </pc:spChg>
        <pc:picChg chg="add mod">
          <ac:chgData name="MOJJADA HARI" userId="99e6cb1d36d20768" providerId="LiveId" clId="{888E6152-5327-4738-84D8-4E7E280370C9}" dt="2026-10-17T11:39:09.752" v="202" actId="14100"/>
          <ac:picMkLst>
            <pc:docMk/>
            <pc:sldMk cId="26550948" sldId="294"/>
            <ac:picMk id="5" creationId="{A8ED89D1-8DB5-77F7-5318-C5D46C142BF9}"/>
          </ac:picMkLst>
        </pc:picChg>
      </pc:sldChg>
      <pc:sldChg chg="modSp new mod ord">
        <pc:chgData name="MOJJADA HARI" userId="99e6cb1d36d20768" providerId="LiveId" clId="{888E6152-5327-4738-84D8-4E7E280370C9}" dt="2026-10-18T04:08:18.568" v="270" actId="1076"/>
        <pc:sldMkLst>
          <pc:docMk/>
          <pc:sldMk cId="3155819745" sldId="295"/>
        </pc:sldMkLst>
        <pc:spChg chg="mod">
          <ac:chgData name="MOJJADA HARI" userId="99e6cb1d36d20768" providerId="LiveId" clId="{888E6152-5327-4738-84D8-4E7E280370C9}" dt="2026-10-18T04:08:18.568" v="270" actId="1076"/>
          <ac:spMkLst>
            <pc:docMk/>
            <pc:sldMk cId="3155819745" sldId="295"/>
            <ac:spMk id="2" creationId="{6E11A75C-DD8D-2DFE-3C88-5B2283F5A21E}"/>
          </ac:spMkLst>
        </pc:spChg>
        <pc:spChg chg="mod">
          <ac:chgData name="MOJJADA HARI" userId="99e6cb1d36d20768" providerId="LiveId" clId="{888E6152-5327-4738-84D8-4E7E280370C9}" dt="2026-10-17T11:46:05.450" v="243" actId="207"/>
          <ac:spMkLst>
            <pc:docMk/>
            <pc:sldMk cId="3155819745" sldId="295"/>
            <ac:spMk id="3" creationId="{95E2CBC9-D588-F39D-324C-BEF288F3FA35}"/>
          </ac:spMkLst>
        </pc:spChg>
      </pc:sldChg>
      <pc:sldChg chg="addSp delSp modSp new mod">
        <pc:chgData name="MOJJADA HARI" userId="99e6cb1d36d20768" providerId="LiveId" clId="{888E6152-5327-4738-84D8-4E7E280370C9}" dt="2026-10-18T04:13:02.728" v="334" actId="255"/>
        <pc:sldMkLst>
          <pc:docMk/>
          <pc:sldMk cId="759041709" sldId="296"/>
        </pc:sldMkLst>
        <pc:spChg chg="del mod">
          <ac:chgData name="MOJJADA HARI" userId="99e6cb1d36d20768" providerId="LiveId" clId="{888E6152-5327-4738-84D8-4E7E280370C9}" dt="2026-10-18T04:10:40.123" v="298" actId="21"/>
          <ac:spMkLst>
            <pc:docMk/>
            <pc:sldMk cId="759041709" sldId="296"/>
            <ac:spMk id="2" creationId="{7B0DB4DA-C3B9-A7E2-C36E-4AD369B16A32}"/>
          </ac:spMkLst>
        </pc:spChg>
        <pc:spChg chg="del mod">
          <ac:chgData name="MOJJADA HARI" userId="99e6cb1d36d20768" providerId="LiveId" clId="{888E6152-5327-4738-84D8-4E7E280370C9}" dt="2026-10-18T04:11:42.328" v="304" actId="478"/>
          <ac:spMkLst>
            <pc:docMk/>
            <pc:sldMk cId="759041709" sldId="296"/>
            <ac:spMk id="3" creationId="{A54486CB-3D38-B172-E2D3-1F07FC0BA2F9}"/>
          </ac:spMkLst>
        </pc:spChg>
        <pc:spChg chg="add del mod">
          <ac:chgData name="MOJJADA HARI" userId="99e6cb1d36d20768" providerId="LiveId" clId="{888E6152-5327-4738-84D8-4E7E280370C9}" dt="2026-10-18T04:11:01.829" v="301" actId="21"/>
          <ac:spMkLst>
            <pc:docMk/>
            <pc:sldMk cId="759041709" sldId="296"/>
            <ac:spMk id="5" creationId="{77EDD81A-3BD1-0A9C-EDDD-C9A85BDBF67E}"/>
          </ac:spMkLst>
        </pc:spChg>
        <pc:spChg chg="add del mod">
          <ac:chgData name="MOJJADA HARI" userId="99e6cb1d36d20768" providerId="LiveId" clId="{888E6152-5327-4738-84D8-4E7E280370C9}" dt="2026-10-18T04:11:46.437" v="305" actId="478"/>
          <ac:spMkLst>
            <pc:docMk/>
            <pc:sldMk cId="759041709" sldId="296"/>
            <ac:spMk id="7" creationId="{8B760EA2-C725-AE17-112D-1732633A5A68}"/>
          </ac:spMkLst>
        </pc:spChg>
        <pc:spChg chg="add mod">
          <ac:chgData name="MOJJADA HARI" userId="99e6cb1d36d20768" providerId="LiveId" clId="{888E6152-5327-4738-84D8-4E7E280370C9}" dt="2026-10-18T04:11:48.152" v="306"/>
          <ac:spMkLst>
            <pc:docMk/>
            <pc:sldMk cId="759041709" sldId="296"/>
            <ac:spMk id="8" creationId="{FB99FC39-9EA7-A5E6-B264-80B8DB1220F8}"/>
          </ac:spMkLst>
        </pc:spChg>
        <pc:spChg chg="add mod">
          <ac:chgData name="MOJJADA HARI" userId="99e6cb1d36d20768" providerId="LiveId" clId="{888E6152-5327-4738-84D8-4E7E280370C9}" dt="2026-10-18T04:13:02.728" v="334" actId="255"/>
          <ac:spMkLst>
            <pc:docMk/>
            <pc:sldMk cId="759041709" sldId="296"/>
            <ac:spMk id="9" creationId="{3316D310-7467-980C-142B-73E2A10FC29E}"/>
          </ac:spMkLst>
        </pc:spChg>
      </pc:sldChg>
      <pc:sldChg chg="new del">
        <pc:chgData name="MOJJADA HARI" userId="99e6cb1d36d20768" providerId="LiveId" clId="{888E6152-5327-4738-84D8-4E7E280370C9}" dt="2026-10-18T04:37:15.417" v="339" actId="47"/>
        <pc:sldMkLst>
          <pc:docMk/>
          <pc:sldMk cId="896871644" sldId="297"/>
        </pc:sldMkLst>
      </pc:sldChg>
      <pc:sldChg chg="modSp new mod">
        <pc:chgData name="MOJJADA HARI" userId="99e6cb1d36d20768" providerId="LiveId" clId="{888E6152-5327-4738-84D8-4E7E280370C9}" dt="2026-10-18T04:37:33.619" v="364" actId="27636"/>
        <pc:sldMkLst>
          <pc:docMk/>
          <pc:sldMk cId="3141525845" sldId="298"/>
        </pc:sldMkLst>
        <pc:spChg chg="mod">
          <ac:chgData name="MOJJADA HARI" userId="99e6cb1d36d20768" providerId="LiveId" clId="{888E6152-5327-4738-84D8-4E7E280370C9}" dt="2026-10-18T04:37:26.998" v="359" actId="20577"/>
          <ac:spMkLst>
            <pc:docMk/>
            <pc:sldMk cId="3141525845" sldId="298"/>
            <ac:spMk id="2" creationId="{937DABD3-2CDB-1A33-1D63-C8E02C8EF580}"/>
          </ac:spMkLst>
        </pc:spChg>
        <pc:spChg chg="mod">
          <ac:chgData name="MOJJADA HARI" userId="99e6cb1d36d20768" providerId="LiveId" clId="{888E6152-5327-4738-84D8-4E7E280370C9}" dt="2026-10-18T04:37:33.619" v="364" actId="27636"/>
          <ac:spMkLst>
            <pc:docMk/>
            <pc:sldMk cId="3141525845" sldId="298"/>
            <ac:spMk id="3" creationId="{BB178787-78E6-C212-4D32-C7FB9FACE91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89710707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rotWithShape="1">
          <a:blip r:embed="rId3">
            <a:alphaModFix/>
          </a:blip>
          <a:srcRect/>
          <a:stretch/>
        </p:blipFill>
        <p:spPr>
          <a:xfrm>
            <a:off x="4053024" y="3738417"/>
            <a:ext cx="762500"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MARKETING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b="1" dirty="0">
                <a:solidFill>
                  <a:srgbClr val="002060"/>
                </a:solidFill>
                <a:latin typeface="Times New Roman"/>
                <a:ea typeface="Times New Roman"/>
                <a:cs typeface="Times New Roman"/>
                <a:sym typeface="Times New Roman"/>
              </a:rPr>
              <a:t>online vs store shopping </a:t>
            </a:r>
            <a:r>
              <a:rPr lang="en-US" sz="2400" b="1" dirty="0">
                <a:highlight>
                  <a:srgbClr val="FFFF00"/>
                </a:highlight>
              </a:rPr>
              <a: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786199"/>
          </a:xfrm>
          <a:prstGeom prst="rect">
            <a:avLst/>
          </a:prstGeom>
          <a:noFill/>
        </p:spPr>
        <p:txBody>
          <a:bodyPr wrap="square" rtlCol="0">
            <a:spAutoFit/>
          </a:bodyPr>
          <a:lstStyle/>
          <a:p>
            <a:pPr algn="just" fontAlgn="base"/>
            <a:endParaRPr lang="en-US" sz="1800" b="1" dirty="0"/>
          </a:p>
          <a:p>
            <a:pPr algn="just"/>
            <a:r>
              <a:rPr lang="en-IN" sz="1800" b="1" dirty="0"/>
              <a:t>Problem Statement</a:t>
            </a:r>
          </a:p>
          <a:p>
            <a:pPr algn="just"/>
            <a:r>
              <a:rPr lang="en-IN" sz="1800" dirty="0"/>
              <a:t>The retail industry is undergoing a significant transformation as consumers increasingly shift between online and physical store shopping. Businesses struggle to understand </a:t>
            </a:r>
            <a:r>
              <a:rPr lang="en-IN" sz="1800" i="1" dirty="0"/>
              <a:t>why</a:t>
            </a:r>
            <a:r>
              <a:rPr lang="en-IN" sz="1800" dirty="0"/>
              <a:t> a customer chooses one channel over another — is it their age, income, tech-savviness, or sensitivity to delivery fees? Without a data-driven model to predict individual shopping preferences, retailers must rely on broad demographic assumptions, leading to poorly targeted marketing campaigns, suboptimal inventory allocation, and missed revenue opportunities. The challenge is to build an intelligent system that can accurately classify a customer's shopping preference — </a:t>
            </a:r>
            <a:r>
              <a:rPr lang="en-IN" sz="1800" b="1" dirty="0"/>
              <a:t>Online</a:t>
            </a:r>
            <a:r>
              <a:rPr lang="en-IN" sz="1800" dirty="0"/>
              <a:t>, </a:t>
            </a:r>
            <a:r>
              <a:rPr lang="en-IN" sz="1800" b="1" dirty="0"/>
              <a:t>In-Store</a:t>
            </a:r>
            <a:r>
              <a:rPr lang="en-IN" sz="1800" dirty="0"/>
              <a:t>, or </a:t>
            </a:r>
            <a:r>
              <a:rPr lang="en-IN" sz="1800" b="1" dirty="0"/>
              <a:t>Hybrid</a:t>
            </a:r>
            <a:r>
              <a:rPr lang="en-IN" sz="1800" dirty="0"/>
              <a:t> — using their behavioural, demographic, and attitudinal attributes.</a:t>
            </a:r>
          </a:p>
          <a:p>
            <a:pPr algn="just"/>
            <a:endParaRPr lang="en-IN" sz="1800" dirty="0"/>
          </a:p>
          <a:p>
            <a:pPr algn="just"/>
            <a:r>
              <a:rPr lang="en-IN" sz="1800" dirty="0"/>
              <a:t>To address this, a machine learning classification model must be trained on the </a:t>
            </a:r>
            <a:r>
              <a:rPr lang="en-IN" sz="1800" i="1" dirty="0"/>
              <a:t>Online vs Store Shopping Dataset</a:t>
            </a:r>
            <a:r>
              <a:rPr lang="en-IN" sz="1800" dirty="0"/>
              <a:t> (~11,789 customer records, 24 features) covering variables such as monthly income, daily internet hours, tech-savvy score, online payment trust, need-to-touch-feel score, and city tier. The model must automatically preprocess mixed feature types, compare multiple algorithms (Logistic Regression, Random Forest, Gradient Boosting) via cross-validation, select the best performer, and expose its predictions through an interactive </a:t>
            </a:r>
            <a:r>
              <a:rPr lang="en-IN" sz="1800" dirty="0" err="1"/>
              <a:t>Streamlit</a:t>
            </a:r>
            <a:r>
              <a:rPr lang="en-IN" sz="1800" dirty="0"/>
              <a:t> web application — enabling any business user to enter a customer profile and instantly receive a shopping preference prediction along with class-wise probability scores, without any programming knowledge required.</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 </a:t>
            </a:r>
            <a:r>
              <a:rPr lang="en-US" sz="2400" b="1" dirty="0">
                <a:solidFill>
                  <a:srgbClr val="002060"/>
                </a:solidFill>
                <a:latin typeface="Times New Roman"/>
                <a:ea typeface="Times New Roman"/>
                <a:cs typeface="Times New Roman"/>
                <a:sym typeface="Times New Roman"/>
              </a:rPr>
              <a:t>online vs store shopping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DABD3-2CDB-1A33-1D63-C8E02C8EF580}"/>
              </a:ext>
            </a:extLst>
          </p:cNvPr>
          <p:cNvSpPr>
            <a:spLocks noGrp="1"/>
          </p:cNvSpPr>
          <p:nvPr>
            <p:ph type="title"/>
          </p:nvPr>
        </p:nvSpPr>
        <p:spPr/>
        <p:txBody>
          <a:bodyPr/>
          <a:lstStyle/>
          <a:p>
            <a:r>
              <a:rPr lang="en-US" dirty="0"/>
              <a:t>PROPOSED SOLUTION</a:t>
            </a:r>
            <a:endParaRPr lang="en-IN" dirty="0"/>
          </a:p>
        </p:txBody>
      </p:sp>
      <p:sp>
        <p:nvSpPr>
          <p:cNvPr id="3" name="Text Placeholder 2">
            <a:extLst>
              <a:ext uri="{FF2B5EF4-FFF2-40B4-BE49-F238E27FC236}">
                <a16:creationId xmlns:a16="http://schemas.microsoft.com/office/drawing/2014/main" id="{BB178787-78E6-C212-4D32-C7FB9FACE91C}"/>
              </a:ext>
            </a:extLst>
          </p:cNvPr>
          <p:cNvSpPr>
            <a:spLocks noGrp="1"/>
          </p:cNvSpPr>
          <p:nvPr>
            <p:ph type="body" idx="1"/>
          </p:nvPr>
        </p:nvSpPr>
        <p:spPr/>
        <p:txBody>
          <a:bodyPr>
            <a:normAutofit fontScale="70000" lnSpcReduction="20000"/>
          </a:bodyPr>
          <a:lstStyle/>
          <a:p>
            <a:r>
              <a:rPr lang="en-IN" dirty="0"/>
              <a:t>The proposed solution is an intelligent Online vs. Store Shopping Preference Prediction System that uses machine learning to classify customers into three categories: Online, In-Store, or Hybrid. The system </a:t>
            </a:r>
            <a:r>
              <a:rPr lang="en-IN" dirty="0" err="1"/>
              <a:t>analyzes</a:t>
            </a:r>
            <a:r>
              <a:rPr lang="en-IN" dirty="0"/>
              <a:t> demographic, </a:t>
            </a:r>
            <a:r>
              <a:rPr lang="en-IN" dirty="0" err="1"/>
              <a:t>behavioral</a:t>
            </a:r>
            <a:r>
              <a:rPr lang="en-IN" dirty="0"/>
              <a:t>, and attitudinal attributes, including shopping habits, payment preferences, convenience, and delivery expectations, to identify customer preferences.</a:t>
            </a:r>
          </a:p>
          <a:p>
            <a:r>
              <a:rPr lang="en-IN" dirty="0"/>
              <a:t>A trained machine learning model processes the input data and predicts the most likely shopping channel, displaying prediction probabilities through a user-friendly </a:t>
            </a:r>
            <a:r>
              <a:rPr lang="en-IN" dirty="0" err="1"/>
              <a:t>Streamlit</a:t>
            </a:r>
            <a:r>
              <a:rPr lang="en-IN" dirty="0"/>
              <a:t> interface. These insights help retailers understand customer </a:t>
            </a:r>
            <a:r>
              <a:rPr lang="en-IN" dirty="0" err="1"/>
              <a:t>behavior</a:t>
            </a:r>
            <a:r>
              <a:rPr lang="en-IN" dirty="0"/>
              <a:t>, design targeted marketing campaigns, improve inventory allocation, and enhance customer engagement.</a:t>
            </a:r>
          </a:p>
          <a:p>
            <a:r>
              <a:rPr lang="en-IN" dirty="0"/>
              <a:t>Furthermore, the system can be extended with Agentic AI to interpret predictions, generate personalized recommendations, and support data-driven business decisions. By incorporating customer feedback and monitoring model performance, future versions can adapt to changing shopping patterns.</a:t>
            </a:r>
          </a:p>
          <a:p>
            <a:r>
              <a:rPr lang="en-IN" dirty="0"/>
              <a:t>The solution aims to transform customer data into actionable insights, enabling retailers to optimize marketing strategies, improve shopping experiences, and make informed decisions across online and physical retail channels.</a:t>
            </a:r>
          </a:p>
          <a:p>
            <a:pPr marL="114300" indent="0">
              <a:buNone/>
            </a:pPr>
            <a:endParaRPr lang="en-IN" dirty="0"/>
          </a:p>
        </p:txBody>
      </p:sp>
    </p:spTree>
    <p:extLst>
      <p:ext uri="{BB962C8B-B14F-4D97-AF65-F5344CB8AC3E}">
        <p14:creationId xmlns:p14="http://schemas.microsoft.com/office/powerpoint/2010/main" val="3141525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4" name="TextBox 3">
            <a:extLst>
              <a:ext uri="{FF2B5EF4-FFF2-40B4-BE49-F238E27FC236}">
                <a16:creationId xmlns:a16="http://schemas.microsoft.com/office/drawing/2014/main" id="{4250803E-7B5C-4422-3023-610EBB5E680D}"/>
              </a:ext>
            </a:extLst>
          </p:cNvPr>
          <p:cNvSpPr txBox="1"/>
          <p:nvPr/>
        </p:nvSpPr>
        <p:spPr>
          <a:xfrm>
            <a:off x="1458686" y="1444510"/>
            <a:ext cx="9655629" cy="4708981"/>
          </a:xfrm>
          <a:prstGeom prst="rect">
            <a:avLst/>
          </a:prstGeom>
          <a:noFill/>
        </p:spPr>
        <p:txBody>
          <a:bodyPr wrap="square">
            <a:spAutoFit/>
          </a:bodyPr>
          <a:lstStyle/>
          <a:p>
            <a:pPr algn="just"/>
            <a:r>
              <a:rPr lang="en-IN" sz="2000" dirty="0"/>
              <a:t>Machine-learning methodology</a:t>
            </a:r>
          </a:p>
          <a:p>
            <a:pPr algn="just"/>
            <a:r>
              <a:rPr lang="en-IN" sz="2000" dirty="0"/>
              <a:t>Problem type: Supervised learning — multiclass classification.</a:t>
            </a:r>
          </a:p>
          <a:p>
            <a:pPr algn="just"/>
            <a:endParaRPr lang="en-IN" sz="2000" dirty="0"/>
          </a:p>
          <a:p>
            <a:pPr algn="just"/>
            <a:r>
              <a:rPr lang="en-IN" sz="2000" dirty="0"/>
              <a:t>Input: 24 customer demographic and behavioural features.</a:t>
            </a:r>
          </a:p>
          <a:p>
            <a:pPr algn="just"/>
            <a:endParaRPr lang="en-IN" sz="2000" dirty="0"/>
          </a:p>
          <a:p>
            <a:pPr algn="just"/>
            <a:r>
              <a:rPr lang="en-IN" sz="2000" dirty="0"/>
              <a:t>Target variable: Shopping preference — Online, Store or Hybrid.</a:t>
            </a:r>
          </a:p>
          <a:p>
            <a:pPr algn="just"/>
            <a:endParaRPr lang="en-IN" sz="2000" dirty="0"/>
          </a:p>
          <a:p>
            <a:pPr algn="just"/>
            <a:r>
              <a:rPr lang="en-IN" sz="2000" dirty="0"/>
              <a:t>Preprocessing: Numerical scaling and categorical encoding.</a:t>
            </a:r>
          </a:p>
          <a:p>
            <a:pPr algn="just"/>
            <a:endParaRPr lang="en-IN" sz="2000" dirty="0"/>
          </a:p>
          <a:p>
            <a:pPr algn="just"/>
            <a:r>
              <a:rPr lang="en-IN" sz="2000" dirty="0"/>
              <a:t>Prediction: </a:t>
            </a:r>
            <a:r>
              <a:rPr lang="en-IN" sz="2000" dirty="0" err="1"/>
              <a:t>pipeline.predict</a:t>
            </a:r>
            <a:r>
              <a:rPr lang="en-IN" sz="2000" dirty="0"/>
              <a:t>(</a:t>
            </a:r>
            <a:r>
              <a:rPr lang="en-IN" sz="2000" dirty="0" err="1"/>
              <a:t>input_df</a:t>
            </a:r>
            <a:r>
              <a:rPr lang="en-IN" sz="2000" dirty="0"/>
              <a:t>).</a:t>
            </a:r>
          </a:p>
          <a:p>
            <a:pPr algn="just"/>
            <a:endParaRPr lang="en-IN" sz="2000" dirty="0"/>
          </a:p>
          <a:p>
            <a:pPr algn="just"/>
            <a:r>
              <a:rPr lang="en-IN" sz="2000" dirty="0"/>
              <a:t>Probability estimation: </a:t>
            </a:r>
            <a:r>
              <a:rPr lang="en-IN" sz="2000" dirty="0" err="1"/>
              <a:t>pipeline.predict_proba</a:t>
            </a:r>
            <a:r>
              <a:rPr lang="en-IN" sz="2000" dirty="0"/>
              <a:t>(</a:t>
            </a:r>
            <a:r>
              <a:rPr lang="en-IN" sz="2000" dirty="0" err="1"/>
              <a:t>input_df</a:t>
            </a:r>
            <a:r>
              <a:rPr lang="en-IN" sz="2000" dirty="0"/>
              <a:t>).</a:t>
            </a:r>
          </a:p>
          <a:p>
            <a:pPr algn="just"/>
            <a:endParaRPr lang="en-IN" sz="2000" dirty="0"/>
          </a:p>
          <a:p>
            <a:pPr algn="just"/>
            <a:r>
              <a:rPr lang="en-IN" sz="2000" dirty="0"/>
              <a:t>Model evaluation: Test accuracy and, according to the sidebar description, five-fold cross-validation during model selection.</a:t>
            </a:r>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9" name="Rectangle 8">
            <a:extLst>
              <a:ext uri="{FF2B5EF4-FFF2-40B4-BE49-F238E27FC236}">
                <a16:creationId xmlns:a16="http://schemas.microsoft.com/office/drawing/2014/main" id="{6FFF7BC6-93D0-8D42-34B7-C226B1B96C2D}"/>
              </a:ext>
            </a:extLst>
          </p:cNvPr>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85216182-CF35-6265-44FC-C8ABA659FECF}"/>
              </a:ext>
            </a:extLst>
          </p:cNvPr>
          <p:cNvPicPr>
            <a:picLocks noChangeAspect="1"/>
          </p:cNvPicPr>
          <p:nvPr/>
        </p:nvPicPr>
        <p:blipFill>
          <a:blip r:embed="rId3"/>
          <a:stretch>
            <a:fillRect/>
          </a:stretch>
        </p:blipFill>
        <p:spPr>
          <a:xfrm>
            <a:off x="537589" y="1324280"/>
            <a:ext cx="3294181" cy="5049088"/>
          </a:xfrm>
          <a:prstGeom prst="rect">
            <a:avLst/>
          </a:prstGeom>
        </p:spPr>
      </p:pic>
      <p:pic>
        <p:nvPicPr>
          <p:cNvPr id="7" name="Picture 6">
            <a:extLst>
              <a:ext uri="{FF2B5EF4-FFF2-40B4-BE49-F238E27FC236}">
                <a16:creationId xmlns:a16="http://schemas.microsoft.com/office/drawing/2014/main" id="{C4A6A001-A9E2-CB89-488F-6E872D8EAC5B}"/>
              </a:ext>
            </a:extLst>
          </p:cNvPr>
          <p:cNvPicPr>
            <a:picLocks noChangeAspect="1"/>
          </p:cNvPicPr>
          <p:nvPr/>
        </p:nvPicPr>
        <p:blipFill>
          <a:blip r:embed="rId4"/>
          <a:stretch>
            <a:fillRect/>
          </a:stretch>
        </p:blipFill>
        <p:spPr>
          <a:xfrm>
            <a:off x="3951514" y="282413"/>
            <a:ext cx="8126493" cy="6293173"/>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IBM Bob Screenshots:</a:t>
            </a:r>
            <a:endParaRPr sz="2400" b="1" dirty="0">
              <a:sym typeface="Times New Roman"/>
            </a:endParaRPr>
          </a:p>
        </p:txBody>
      </p:sp>
      <p:pic>
        <p:nvPicPr>
          <p:cNvPr id="4" name="Picture 3">
            <a:extLst>
              <a:ext uri="{FF2B5EF4-FFF2-40B4-BE49-F238E27FC236}">
                <a16:creationId xmlns:a16="http://schemas.microsoft.com/office/drawing/2014/main" id="{B344CD04-8553-A125-2714-ACE888DED8DF}"/>
              </a:ext>
            </a:extLst>
          </p:cNvPr>
          <p:cNvPicPr>
            <a:picLocks noChangeAspect="1"/>
          </p:cNvPicPr>
          <p:nvPr/>
        </p:nvPicPr>
        <p:blipFill>
          <a:blip r:embed="rId3"/>
          <a:stretch>
            <a:fillRect/>
          </a:stretch>
        </p:blipFill>
        <p:spPr>
          <a:xfrm>
            <a:off x="537591" y="925286"/>
            <a:ext cx="11314980" cy="5488367"/>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4DD00F-0C20-3659-9D20-78D950FFFEBA}"/>
              </a:ext>
            </a:extLst>
          </p:cNvPr>
          <p:cNvPicPr>
            <a:picLocks noChangeAspect="1"/>
          </p:cNvPicPr>
          <p:nvPr/>
        </p:nvPicPr>
        <p:blipFill>
          <a:blip r:embed="rId2"/>
          <a:stretch>
            <a:fillRect/>
          </a:stretch>
        </p:blipFill>
        <p:spPr>
          <a:xfrm>
            <a:off x="1001486" y="674914"/>
            <a:ext cx="10395857" cy="5323115"/>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5" name="Picture 4">
            <a:extLst>
              <a:ext uri="{FF2B5EF4-FFF2-40B4-BE49-F238E27FC236}">
                <a16:creationId xmlns:a16="http://schemas.microsoft.com/office/drawing/2014/main" id="{AF2F8F68-2846-7467-7E09-3B367CBCDB39}"/>
              </a:ext>
            </a:extLst>
          </p:cNvPr>
          <p:cNvPicPr>
            <a:picLocks noChangeAspect="1"/>
          </p:cNvPicPr>
          <p:nvPr/>
        </p:nvPicPr>
        <p:blipFill>
          <a:blip r:embed="rId3"/>
          <a:stretch>
            <a:fillRect/>
          </a:stretch>
        </p:blipFill>
        <p:spPr>
          <a:xfrm>
            <a:off x="952500" y="771746"/>
            <a:ext cx="10287000" cy="608625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693866"/>
          </a:xfrm>
          <a:prstGeom prst="rect">
            <a:avLst/>
          </a:prstGeom>
          <a:noFill/>
        </p:spPr>
        <p:txBody>
          <a:bodyPr wrap="square" rtlCol="0">
            <a:spAutoFit/>
          </a:bodyPr>
          <a:lstStyle/>
          <a:p>
            <a:r>
              <a:rPr lang="en-IN" b="1" dirty="0"/>
              <a:t>Role of Agentic AI in the Online vs. Store Shopping Preference Prediction System</a:t>
            </a:r>
          </a:p>
          <a:p>
            <a:r>
              <a:rPr lang="en-IN" dirty="0"/>
              <a:t>Agentic AI enhances the proposed shopping preference prediction system by transforming machine learning predictions into intelligent, personalized business recommendations. While the existing machine learning model predicts whether a customer prefers online, in-store, or hybrid shopping, Agentic AI interprets the results and helps determine appropriate business actions.</a:t>
            </a:r>
          </a:p>
          <a:p>
            <a:r>
              <a:rPr lang="en-IN" dirty="0"/>
              <a:t>Key Roles of Agentic AI</a:t>
            </a:r>
          </a:p>
          <a:p>
            <a:r>
              <a:rPr lang="en-IN" dirty="0"/>
              <a:t>1. Customer Data Analysis: Examines customer characteristics, shopping habits, payment preferences, and other input features to identify relevant shopping patterns.</a:t>
            </a:r>
          </a:p>
          <a:p>
            <a:r>
              <a:rPr lang="en-IN" dirty="0"/>
              <a:t>2. Prediction Interpretation: Interprets the machine learning model’s output and probability scores to explain the customer’s likely shopping preference.</a:t>
            </a:r>
          </a:p>
          <a:p>
            <a:r>
              <a:rPr lang="en-IN" dirty="0"/>
              <a:t>3. Intelligent Recommendations: Suggests personalized strategies based on predicted preferences. For example, online-oriented customers may receive app-based offers, while store-oriented customers may benefit from in-store demonstrations and local promotions.</a:t>
            </a:r>
          </a:p>
          <a:p>
            <a:r>
              <a:rPr lang="en-IN" dirty="0"/>
              <a:t>4. Confidence Assessment: Identifies uncertain predictions and recommends further evaluation instead of relying on potentially unreliable results.</a:t>
            </a:r>
          </a:p>
          <a:p>
            <a:r>
              <a:rPr lang="en-IN" dirty="0"/>
              <a:t>5. Business Decision Support: Helps marketing managers select suitable promotional strategies, improve customer engagement, and allocate resources across online and physical retail channels.</a:t>
            </a:r>
          </a:p>
          <a:p>
            <a:r>
              <a:rPr lang="en-IN" dirty="0"/>
              <a:t>6. Feedback and Continuous Improvement: Monitors customer responses and recommendation outcomes. With appropriate feedback data and controlled retraining, the system can support future model improvements.</a:t>
            </a:r>
          </a:p>
          <a:p>
            <a:r>
              <a:rPr lang="en-IN" dirty="0"/>
              <a:t>Integration with Existing Technologies</a:t>
            </a:r>
          </a:p>
          <a:p>
            <a:r>
              <a:rPr lang="en-IN" dirty="0"/>
              <a:t>The existing application uses Python, </a:t>
            </a:r>
            <a:r>
              <a:rPr lang="en-IN" dirty="0" err="1"/>
              <a:t>Streamlit</a:t>
            </a:r>
            <a:r>
              <a:rPr lang="en-IN" dirty="0"/>
              <a:t>, Pandas, NumPy, scikit-learn, and a trained model stored as </a:t>
            </a:r>
            <a:r>
              <a:rPr lang="en-IN" dirty="0" err="1"/>
              <a:t>model.pkl</a:t>
            </a:r>
            <a:r>
              <a:rPr lang="en-IN" dirty="0"/>
              <a:t>. Agentic AI can be added through a large language model (LLM), an agent orchestration framework, and suitable data connections.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1A4271E2-4BD9-EBCE-757A-33C3ADF0EB6F}"/>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EA533AD7-4502-435F-F9B6-85FEAC86256B}"/>
              </a:ext>
            </a:extLst>
          </p:cNvPr>
          <p:cNvPicPr>
            <a:picLocks noChangeAspect="1"/>
          </p:cNvPicPr>
          <p:nvPr/>
        </p:nvPicPr>
        <p:blipFill>
          <a:blip r:embed="rId3"/>
          <a:stretch>
            <a:fillRect/>
          </a:stretch>
        </p:blipFill>
        <p:spPr>
          <a:xfrm>
            <a:off x="120343" y="263362"/>
            <a:ext cx="11951314" cy="6331275"/>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06D18C53-4540-FA55-3F14-F51B0C0B61CE}"/>
              </a:ext>
            </a:extLst>
          </p:cNvPr>
          <p:cNvPicPr>
            <a:picLocks noChangeAspect="1"/>
          </p:cNvPicPr>
          <p:nvPr/>
        </p:nvPicPr>
        <p:blipFill>
          <a:blip r:embed="rId3"/>
          <a:stretch>
            <a:fillRect/>
          </a:stretch>
        </p:blipFill>
        <p:spPr>
          <a:xfrm>
            <a:off x="1121228" y="1254013"/>
            <a:ext cx="10069285" cy="4874644"/>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3C6324F1-B367-02DE-4305-05DEAB56DE13}"/>
              </a:ext>
            </a:extLst>
          </p:cNvPr>
          <p:cNvPicPr>
            <a:picLocks noChangeAspect="1"/>
          </p:cNvPicPr>
          <p:nvPr/>
        </p:nvPicPr>
        <p:blipFill>
          <a:blip r:embed="rId3"/>
          <a:stretch>
            <a:fillRect/>
          </a:stretch>
        </p:blipFill>
        <p:spPr>
          <a:xfrm>
            <a:off x="123518" y="291939"/>
            <a:ext cx="11944964" cy="6274122"/>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ED89D1-8DB5-77F7-5318-C5D46C142BF9}"/>
              </a:ext>
            </a:extLst>
          </p:cNvPr>
          <p:cNvPicPr>
            <a:picLocks noChangeAspect="1"/>
          </p:cNvPicPr>
          <p:nvPr/>
        </p:nvPicPr>
        <p:blipFill>
          <a:blip r:embed="rId2"/>
          <a:stretch>
            <a:fillRect/>
          </a:stretch>
        </p:blipFill>
        <p:spPr>
          <a:xfrm>
            <a:off x="1219200" y="827314"/>
            <a:ext cx="10101943" cy="5344885"/>
          </a:xfrm>
          <a:prstGeom prst="rect">
            <a:avLst/>
          </a:prstGeom>
        </p:spPr>
      </p:pic>
    </p:spTree>
    <p:extLst>
      <p:ext uri="{BB962C8B-B14F-4D97-AF65-F5344CB8AC3E}">
        <p14:creationId xmlns:p14="http://schemas.microsoft.com/office/powerpoint/2010/main" val="26550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1A75C-DD8D-2DFE-3C88-5B2283F5A21E}"/>
              </a:ext>
            </a:extLst>
          </p:cNvPr>
          <p:cNvSpPr>
            <a:spLocks noGrp="1"/>
          </p:cNvSpPr>
          <p:nvPr>
            <p:ph type="title"/>
          </p:nvPr>
        </p:nvSpPr>
        <p:spPr>
          <a:xfrm>
            <a:off x="337457" y="790121"/>
            <a:ext cx="10515600" cy="413658"/>
          </a:xfrm>
        </p:spPr>
        <p:txBody>
          <a:bodyPr>
            <a:normAutofit fontScale="90000"/>
          </a:bodyPr>
          <a:lstStyle/>
          <a:p>
            <a:r>
              <a:rPr lang="en-US" dirty="0"/>
              <a:t>FUTURE SCOPE</a:t>
            </a:r>
            <a:endParaRPr lang="en-IN" dirty="0"/>
          </a:p>
        </p:txBody>
      </p:sp>
      <p:sp>
        <p:nvSpPr>
          <p:cNvPr id="3" name="Text Placeholder 2">
            <a:extLst>
              <a:ext uri="{FF2B5EF4-FFF2-40B4-BE49-F238E27FC236}">
                <a16:creationId xmlns:a16="http://schemas.microsoft.com/office/drawing/2014/main" id="{95E2CBC9-D588-F39D-324C-BEF288F3FA35}"/>
              </a:ext>
            </a:extLst>
          </p:cNvPr>
          <p:cNvSpPr>
            <a:spLocks noGrp="1"/>
          </p:cNvSpPr>
          <p:nvPr>
            <p:ph type="body" idx="1"/>
          </p:nvPr>
        </p:nvSpPr>
        <p:spPr>
          <a:xfrm>
            <a:off x="831850" y="1959429"/>
            <a:ext cx="10515600" cy="4130221"/>
          </a:xfrm>
        </p:spPr>
        <p:txBody>
          <a:bodyPr>
            <a:normAutofit lnSpcReduction="10000"/>
          </a:bodyPr>
          <a:lstStyle/>
          <a:p>
            <a:r>
              <a:rPr lang="en-IN" dirty="0">
                <a:solidFill>
                  <a:schemeClr val="tx1"/>
                </a:solidFill>
              </a:rPr>
              <a:t>The proposed Online vs. Store Shopping Preference Prediction System offers significant opportunities for future development through advanced technologies, intelligent automation, and personalized retail solutions.</a:t>
            </a:r>
          </a:p>
          <a:p>
            <a:r>
              <a:rPr lang="en-IN" dirty="0">
                <a:solidFill>
                  <a:schemeClr val="tx1"/>
                </a:solidFill>
              </a:rPr>
              <a:t>Agentic AI Integration – Future versions can incorporate Agentic AI to interpret predictions, generate personalized recommendations, and support marketing decisions through intelligent, goal-oriented workflows.</a:t>
            </a:r>
          </a:p>
          <a:p>
            <a:r>
              <a:rPr lang="en-IN" dirty="0">
                <a:solidFill>
                  <a:schemeClr val="tx1"/>
                </a:solidFill>
              </a:rPr>
              <a:t>Real-Time Preference Prediction – Integrating live browsing </a:t>
            </a:r>
            <a:r>
              <a:rPr lang="en-IN" dirty="0" err="1">
                <a:solidFill>
                  <a:schemeClr val="tx1"/>
                </a:solidFill>
              </a:rPr>
              <a:t>behavior</a:t>
            </a:r>
            <a:r>
              <a:rPr lang="en-IN" dirty="0">
                <a:solidFill>
                  <a:schemeClr val="tx1"/>
                </a:solidFill>
              </a:rPr>
              <a:t>, purchase history, transaction records, and customer interactions can help identify changing shopping preferences and improve prediction accuracy.</a:t>
            </a:r>
          </a:p>
          <a:p>
            <a:r>
              <a:rPr lang="en-IN" dirty="0">
                <a:solidFill>
                  <a:schemeClr val="tx1"/>
                </a:solidFill>
              </a:rPr>
              <a:t>Advanced Personalization – The system can recommend customized discounts, product suggestions, delivery options, and in-store experiences according to individual customer preferences and shopping patterns.</a:t>
            </a:r>
          </a:p>
          <a:p>
            <a:endParaRPr lang="en-IN" dirty="0"/>
          </a:p>
        </p:txBody>
      </p:sp>
    </p:spTree>
    <p:extLst>
      <p:ext uri="{BB962C8B-B14F-4D97-AF65-F5344CB8AC3E}">
        <p14:creationId xmlns:p14="http://schemas.microsoft.com/office/powerpoint/2010/main" val="31558197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B99FC39-9EA7-A5E6-B264-80B8DB1220F8}"/>
              </a:ext>
            </a:extLst>
          </p:cNvPr>
          <p:cNvSpPr>
            <a:spLocks noGrp="1"/>
          </p:cNvSpPr>
          <p:nvPr>
            <p:ph type="title"/>
          </p:nvPr>
        </p:nvSpPr>
        <p:spPr>
          <a:xfrm>
            <a:off x="337457" y="790121"/>
            <a:ext cx="10515600" cy="413658"/>
          </a:xfrm>
        </p:spPr>
        <p:txBody>
          <a:bodyPr>
            <a:normAutofit fontScale="90000"/>
          </a:bodyPr>
          <a:lstStyle/>
          <a:p>
            <a:r>
              <a:rPr lang="en-US" dirty="0"/>
              <a:t>FUTURE SCOPE</a:t>
            </a:r>
            <a:endParaRPr lang="en-IN" dirty="0"/>
          </a:p>
        </p:txBody>
      </p:sp>
      <p:sp>
        <p:nvSpPr>
          <p:cNvPr id="9" name="Text Placeholder 2">
            <a:extLst>
              <a:ext uri="{FF2B5EF4-FFF2-40B4-BE49-F238E27FC236}">
                <a16:creationId xmlns:a16="http://schemas.microsoft.com/office/drawing/2014/main" id="{3316D310-7467-980C-142B-73E2A10FC29E}"/>
              </a:ext>
            </a:extLst>
          </p:cNvPr>
          <p:cNvSpPr>
            <a:spLocks noGrp="1"/>
          </p:cNvSpPr>
          <p:nvPr>
            <p:ph type="body" idx="1"/>
          </p:nvPr>
        </p:nvSpPr>
        <p:spPr>
          <a:xfrm>
            <a:off x="831850" y="1959429"/>
            <a:ext cx="10515600" cy="4130221"/>
          </a:xfrm>
        </p:spPr>
        <p:txBody>
          <a:bodyPr>
            <a:noAutofit/>
          </a:bodyPr>
          <a:lstStyle/>
          <a:p>
            <a:pPr algn="just"/>
            <a:r>
              <a:rPr lang="en-IN" sz="1800" dirty="0">
                <a:solidFill>
                  <a:schemeClr val="tx1"/>
                </a:solidFill>
                <a:latin typeface="+mn-lt"/>
              </a:rPr>
              <a:t>Omnichannel Integration – Connecting e-commerce websites, physical stores, mobile applications, and customer relationship management systems can provide a unified understanding of customer </a:t>
            </a:r>
            <a:r>
              <a:rPr lang="en-IN" sz="1800" dirty="0" err="1">
                <a:solidFill>
                  <a:schemeClr val="tx1"/>
                </a:solidFill>
                <a:latin typeface="+mn-lt"/>
              </a:rPr>
              <a:t>behavior</a:t>
            </a:r>
            <a:r>
              <a:rPr lang="en-IN" sz="1800" dirty="0">
                <a:solidFill>
                  <a:schemeClr val="tx1"/>
                </a:solidFill>
                <a:latin typeface="+mn-lt"/>
              </a:rPr>
              <a:t> across shopping channels.</a:t>
            </a:r>
          </a:p>
          <a:p>
            <a:pPr algn="just"/>
            <a:r>
              <a:rPr lang="en-IN" sz="1800" dirty="0">
                <a:solidFill>
                  <a:schemeClr val="tx1"/>
                </a:solidFill>
                <a:latin typeface="+mn-lt"/>
              </a:rPr>
              <a:t>Explainable Artificial Intelligence – Explainable AI techniques can identify the factors influencing predictions, helping businesses understand customer preferences and make informed decisions.</a:t>
            </a:r>
          </a:p>
          <a:p>
            <a:pPr algn="just"/>
            <a:r>
              <a:rPr lang="en-IN" sz="1800" dirty="0">
                <a:solidFill>
                  <a:schemeClr val="tx1"/>
                </a:solidFill>
                <a:latin typeface="+mn-lt"/>
              </a:rPr>
              <a:t>Sentiment and </a:t>
            </a:r>
            <a:r>
              <a:rPr lang="en-IN" sz="1800" dirty="0" err="1">
                <a:solidFill>
                  <a:schemeClr val="tx1"/>
                </a:solidFill>
                <a:latin typeface="+mn-lt"/>
              </a:rPr>
              <a:t>Behavioral</a:t>
            </a:r>
            <a:r>
              <a:rPr lang="en-IN" sz="1800" dirty="0">
                <a:solidFill>
                  <a:schemeClr val="tx1"/>
                </a:solidFill>
                <a:latin typeface="+mn-lt"/>
              </a:rPr>
              <a:t> Analysis – Customer reviews, feedback, and social media sentiment can be </a:t>
            </a:r>
            <a:r>
              <a:rPr lang="en-IN" sz="1800" dirty="0" err="1">
                <a:solidFill>
                  <a:schemeClr val="tx1"/>
                </a:solidFill>
                <a:latin typeface="+mn-lt"/>
              </a:rPr>
              <a:t>analyzed</a:t>
            </a:r>
            <a:r>
              <a:rPr lang="en-IN" sz="1800" dirty="0">
                <a:solidFill>
                  <a:schemeClr val="tx1"/>
                </a:solidFill>
                <a:latin typeface="+mn-lt"/>
              </a:rPr>
              <a:t> to understand shopping motivations, satisfaction levels, and emerging consumer trends.</a:t>
            </a:r>
          </a:p>
          <a:p>
            <a:pPr algn="just"/>
            <a:r>
              <a:rPr lang="en-IN" sz="1800" dirty="0">
                <a:solidFill>
                  <a:schemeClr val="tx1"/>
                </a:solidFill>
                <a:latin typeface="+mn-lt"/>
              </a:rPr>
              <a:t>Continuous Model Improvement – Collecting verified customer feedback and actual purchase outcomes can support regular model evaluation, performance monitoring, and controlled retraining.</a:t>
            </a:r>
          </a:p>
          <a:p>
            <a:pPr algn="just"/>
            <a:r>
              <a:rPr lang="en-IN" sz="1800" dirty="0">
                <a:solidFill>
                  <a:schemeClr val="tx1"/>
                </a:solidFill>
                <a:latin typeface="+mn-lt"/>
              </a:rPr>
              <a:t>Scalable Cloud Deployment – Integration with platforms such as IBM watsonx.ai can support scalable deployment, advanced AI capabilities, governance, and monitoring.</a:t>
            </a:r>
          </a:p>
          <a:p>
            <a:pPr algn="just"/>
            <a:r>
              <a:rPr lang="en-IN" sz="1800" dirty="0">
                <a:solidFill>
                  <a:schemeClr val="tx1"/>
                </a:solidFill>
                <a:latin typeface="+mn-lt"/>
              </a:rPr>
              <a:t>Privacy and Responsible AI – Future development should prioritize customer consent, data security, fairness, and responsible use of personal information.</a:t>
            </a:r>
          </a:p>
          <a:p>
            <a:endParaRPr lang="en-IN" sz="1800" dirty="0"/>
          </a:p>
        </p:txBody>
      </p:sp>
    </p:spTree>
    <p:extLst>
      <p:ext uri="{BB962C8B-B14F-4D97-AF65-F5344CB8AC3E}">
        <p14:creationId xmlns:p14="http://schemas.microsoft.com/office/powerpoint/2010/main" val="7590417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632311"/>
          </a:xfrm>
          <a:prstGeom prst="rect">
            <a:avLst/>
          </a:prstGeom>
          <a:noFill/>
        </p:spPr>
        <p:txBody>
          <a:bodyPr wrap="square" rtlCol="0">
            <a:spAutoFit/>
          </a:bodyPr>
          <a:lstStyle/>
          <a:p>
            <a:r>
              <a:rPr lang="en-IN" sz="1800" dirty="0"/>
              <a:t>The proposed Online vs. Store Shopping Preference Prediction System stands out by combining Machine Learning, Agentic AI, and personalized retail recommendations into an intelligent decision-support solution.</a:t>
            </a:r>
          </a:p>
          <a:p>
            <a:r>
              <a:rPr lang="en-IN" sz="1800" dirty="0"/>
              <a:t>Predictive Intelligence – Uses machine learning to predict whether customers prefer online shopping, in-store shopping, or a hybrid approach based on customer characteristics and shopping </a:t>
            </a:r>
            <a:r>
              <a:rPr lang="en-IN" sz="1800" dirty="0" err="1"/>
              <a:t>behavior</a:t>
            </a:r>
            <a:r>
              <a:rPr lang="en-IN" sz="1800" dirty="0"/>
              <a:t>.</a:t>
            </a:r>
          </a:p>
          <a:p>
            <a:r>
              <a:rPr lang="en-IN" sz="1800" dirty="0"/>
              <a:t>Agentic AI Integration – Extends prediction beyond classification by interpreting results, planning suitable actions, and generating context-aware business recommendations.</a:t>
            </a:r>
          </a:p>
          <a:p>
            <a:r>
              <a:rPr lang="en-IN" sz="1800" dirty="0"/>
              <a:t>Personalized Shopping Strategies – Suggests targeted approaches, such as online discounts, home delivery benefits, in-store demonstrations, or omnichannel offers, based on predicted preferences.</a:t>
            </a:r>
          </a:p>
          <a:p>
            <a:r>
              <a:rPr lang="en-IN" sz="1800" dirty="0"/>
              <a:t>Confidence-Based Decisions – Uses prediction probabilities to identify uncertain results and avoid overconfident recommendations.</a:t>
            </a:r>
          </a:p>
          <a:p>
            <a:r>
              <a:rPr lang="en-IN" sz="1800" dirty="0"/>
              <a:t>Omnichannel Retail Focus – Helps businesses understand customer preferences across digital and physical shopping channels, supporting better channel planning and customer engagement.</a:t>
            </a:r>
          </a:p>
          <a:p>
            <a:r>
              <a:rPr lang="en-IN" sz="1800" dirty="0"/>
              <a:t>Feedback-Driven Improvement – Incorporates customer responses and actual shopping outcomes to evaluate recommendations and support controlled model improvement.</a:t>
            </a:r>
          </a:p>
          <a:p>
            <a:r>
              <a:rPr lang="en-IN" sz="1800" dirty="0"/>
              <a:t>Business-Oriented Analytics – Converts customer data into actionable insights that can support marketing campaigns, customer relationship management, and resource allocation.</a:t>
            </a:r>
          </a:p>
          <a:p>
            <a:r>
              <a:rPr lang="en-IN" sz="1800" dirty="0"/>
              <a:t>Scalable and Governance-Ready – Can be extended using IBM watsonx.ai and IBM Granite models, with appropriate privacy safeguards, monitoring, and human oversight.</a:t>
            </a:r>
          </a:p>
          <a:p>
            <a:r>
              <a:rPr lang="en-IN" sz="1800" dirty="0"/>
              <a:t>This makes the solution a predictive, adaptive, and action-oriented retail intelligence system, rather than merely a shopping preference classification model.</a:t>
            </a:r>
          </a:p>
        </p:txBody>
      </p:sp>
    </p:spTree>
    <p:extLst>
      <p:ext uri="{BB962C8B-B14F-4D97-AF65-F5344CB8AC3E}">
        <p14:creationId xmlns:p14="http://schemas.microsoft.com/office/powerpoint/2010/main" val="9179641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a:t>
            </a:r>
            <a:r>
              <a:rPr lang="en-US" sz="1850" b="0" i="0" u="none" strike="noStrike" cap="none">
                <a:solidFill>
                  <a:srgbClr val="2B3541"/>
                </a:solidFill>
                <a:latin typeface="Times New Roman"/>
                <a:ea typeface="Times New Roman"/>
                <a:cs typeface="Times New Roman"/>
                <a:sym typeface="Times New Roman"/>
              </a:rPr>
              <a:t>– </a:t>
            </a:r>
            <a:endParaRPr lang="en-US" sz="1850" b="0" i="0" u="none" strike="noStrike" cap="none"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452</TotalTime>
  <Words>1519</Words>
  <Application>Microsoft Office PowerPoint</Application>
  <PresentationFormat>Widescreen</PresentationFormat>
  <Paragraphs>98</Paragraphs>
  <Slides>19</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PROPOSED SOLUTION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SCOPE</vt:lpstr>
      <vt:lpstr>FUTURE SCOPE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MOJJADA HARI</cp:lastModifiedBy>
  <cp:revision>8</cp:revision>
  <dcterms:created xsi:type="dcterms:W3CDTF">2025-07-08T05:06:56Z</dcterms:created>
  <dcterms:modified xsi:type="dcterms:W3CDTF">2026-10-18T04:38:07Z</dcterms:modified>
</cp:coreProperties>
</file>